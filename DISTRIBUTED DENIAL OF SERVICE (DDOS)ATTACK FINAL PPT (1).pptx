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6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33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78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39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97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80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1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57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93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13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720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63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091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955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736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800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80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9E34D8-8B4D-4FC5-81CB-8BE63BAE804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9A5471-A609-4B2A-BA7F-9FECECD8DE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85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05A0-F597-FABF-8884-33EF94FB7E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dirty="0"/>
              <a:t>DISTRIBUTED DENIAL OF SERVICE (DDOS)ATTACK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D0DBA-435E-F09A-8DBC-15B5BEA68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1151" y="3996266"/>
            <a:ext cx="4571871" cy="2267373"/>
          </a:xfrm>
        </p:spPr>
        <p:txBody>
          <a:bodyPr>
            <a:normAutofit fontScale="47500" lnSpcReduction="20000"/>
          </a:bodyPr>
          <a:lstStyle/>
          <a:p>
            <a:r>
              <a:rPr lang="en-US" sz="4900" dirty="0">
                <a:latin typeface="Aptos Display" panose="020B0004020202020204" pitchFamily="34" charset="0"/>
              </a:rPr>
              <a:t>Section-1</a:t>
            </a:r>
          </a:p>
          <a:p>
            <a:r>
              <a:rPr lang="en-US" sz="4900" dirty="0">
                <a:latin typeface="Aptos Display" panose="020B0004020202020204" pitchFamily="34" charset="0"/>
              </a:rPr>
              <a:t>Team Members: 2</a:t>
            </a:r>
          </a:p>
          <a:p>
            <a:endParaRPr lang="en-US" sz="4900" dirty="0">
              <a:latin typeface="Aptos Display" panose="020B0004020202020204" pitchFamily="34" charset="0"/>
            </a:endParaRPr>
          </a:p>
          <a:p>
            <a:r>
              <a:rPr lang="en-US" sz="4900" dirty="0">
                <a:latin typeface="Aptos Display" panose="020B0004020202020204" pitchFamily="34" charset="0"/>
              </a:rPr>
              <a:t>2420030204 – Y. SRI ANJANA</a:t>
            </a:r>
          </a:p>
          <a:p>
            <a:r>
              <a:rPr lang="en-US" sz="4900" dirty="0">
                <a:latin typeface="Aptos Display" panose="020B0004020202020204" pitchFamily="34" charset="0"/>
              </a:rPr>
              <a:t>2420030267 – SREEJA NALLAPU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52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E8BE-CF58-0DDB-277A-EE44F6F9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E69BF-09EC-5255-8E6C-F35C37BB9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504" y="2121407"/>
            <a:ext cx="9756519" cy="3669793"/>
          </a:xfrm>
        </p:spPr>
        <p:txBody>
          <a:bodyPr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/>
              <a:t> A Distributed Denial of Service (DDoS) attack is a cyber attack.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latin typeface="Arial" panose="020B0604020202020204" pitchFamily="34" charset="0"/>
              </a:rPr>
              <a:t>Many computers (distributed systems)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Send huge traffic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To one server or website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>
                <a:latin typeface="Arial" panose="020B0604020202020204" pitchFamily="34" charset="0"/>
              </a:rPr>
              <a:t>So that real users cannot access it</a:t>
            </a:r>
          </a:p>
          <a:p>
            <a:pPr marL="0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958099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5B07-3D0E-F896-343D-9817F4CD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5FC7E-8523-7E59-F045-F198E5F77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176" y="1883663"/>
            <a:ext cx="10094847" cy="3861817"/>
          </a:xfrm>
        </p:spPr>
        <p:txBody>
          <a:bodyPr>
            <a:normAutofit/>
          </a:bodyPr>
          <a:lstStyle/>
          <a:p>
            <a:r>
              <a:rPr lang="en-US" sz="3200" dirty="0"/>
              <a:t>• Many websites and online services face unexpected downtime.</a:t>
            </a:r>
          </a:p>
          <a:p>
            <a:r>
              <a:rPr lang="en-US" sz="3200" dirty="0"/>
              <a:t>• Attackers use multiple systems to overload servers.</a:t>
            </a:r>
          </a:p>
          <a:p>
            <a:r>
              <a:rPr lang="en-US" sz="3200" dirty="0"/>
              <a:t>• Organizations suffer financial and reputational loss.</a:t>
            </a:r>
          </a:p>
          <a:p>
            <a:r>
              <a:rPr lang="en-US" sz="3200" dirty="0"/>
              <a:t>• There is a need to understand DDoS attacks and prevention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140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1D567-B1A8-5538-1B1D-58D4CBBC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Goal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71F94-D07F-997C-9133-3E8E42E85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• To understand how DDoS attacks work.</a:t>
            </a:r>
          </a:p>
          <a:p>
            <a:r>
              <a:rPr lang="en-US" sz="3600" dirty="0"/>
              <a:t>• To study different types of DDoS attacks.</a:t>
            </a:r>
          </a:p>
          <a:p>
            <a:r>
              <a:rPr lang="en-US" sz="3600" dirty="0"/>
              <a:t>• To analyze their impact on organizations.</a:t>
            </a:r>
          </a:p>
          <a:p>
            <a:r>
              <a:rPr lang="en-US" sz="3600" dirty="0"/>
              <a:t>• To explore prevention and protection techniques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65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FCA0B-1E8F-F609-F211-EEC8C3D30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DDoS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E903C-F576-8136-2185-39DCED042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• Attacker controls a botnet (infected devices).</a:t>
            </a:r>
          </a:p>
          <a:p>
            <a:r>
              <a:rPr lang="en-US" sz="3600" dirty="0"/>
              <a:t>• Devices send massive traffic to the target.</a:t>
            </a:r>
          </a:p>
          <a:p>
            <a:r>
              <a:rPr lang="en-US" sz="3600" dirty="0"/>
              <a:t>• Server resources get exhausted.</a:t>
            </a:r>
          </a:p>
          <a:p>
            <a:r>
              <a:rPr lang="en-US" sz="3600" dirty="0"/>
              <a:t>• Legitimate users cannot access services.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027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C3E6-24C9-4A40-CEAF-7ED1A347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DDoS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44307-49C4-5C7A-DA91-B211097DF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• Volumetric Attacks</a:t>
            </a:r>
          </a:p>
          <a:p>
            <a:r>
              <a:rPr lang="en-US" sz="3600" dirty="0"/>
              <a:t>• Protocol Attacks</a:t>
            </a:r>
          </a:p>
          <a:p>
            <a:r>
              <a:rPr lang="en-US" sz="3600" dirty="0"/>
              <a:t>• Application Layer Attacks</a:t>
            </a:r>
          </a:p>
          <a:p>
            <a:r>
              <a:rPr lang="en-US" sz="3600" dirty="0"/>
              <a:t>• SYN Flood</a:t>
            </a:r>
          </a:p>
          <a:p>
            <a:r>
              <a:rPr lang="en-US" sz="3600" dirty="0"/>
              <a:t>• HTTP Flood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0559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8D96-88BC-32E9-5B0D-D34F8A38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Impacts of DDoS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048D2-568A-72DE-C92B-045DD2F90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• Financial Loss</a:t>
            </a:r>
          </a:p>
          <a:p>
            <a:r>
              <a:rPr lang="en-US" sz="3600" dirty="0"/>
              <a:t>• Reputation Damage</a:t>
            </a:r>
          </a:p>
          <a:p>
            <a:r>
              <a:rPr lang="en-US" sz="3600" dirty="0"/>
              <a:t>• Service Downtime</a:t>
            </a:r>
          </a:p>
          <a:p>
            <a:r>
              <a:rPr lang="en-US" sz="3600" dirty="0"/>
              <a:t>• Loss of Customer Trust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121580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9651-69C4-AB41-7F8D-04988F50C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Prevention &amp;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C25F1-BE0C-23E3-29A7-6D84DC666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• Firewalls and IDS/IPS</a:t>
            </a:r>
          </a:p>
          <a:p>
            <a:r>
              <a:rPr lang="en-US" sz="3600" dirty="0"/>
              <a:t>• Traffic Filtering</a:t>
            </a:r>
          </a:p>
          <a:p>
            <a:r>
              <a:rPr lang="en-US" sz="3600" dirty="0"/>
              <a:t>• Rate Limiting</a:t>
            </a:r>
          </a:p>
          <a:p>
            <a:r>
              <a:rPr lang="en-US" sz="3600" dirty="0"/>
              <a:t>• Load Balancing</a:t>
            </a:r>
          </a:p>
          <a:p>
            <a:r>
              <a:rPr lang="en-US" sz="3600" dirty="0"/>
              <a:t>• Cloud-based DDoS Protection Services</a:t>
            </a:r>
          </a:p>
        </p:txBody>
      </p:sp>
    </p:spTree>
    <p:extLst>
      <p:ext uri="{BB962C8B-B14F-4D97-AF65-F5344CB8AC3E}">
        <p14:creationId xmlns:p14="http://schemas.microsoft.com/office/powerpoint/2010/main" val="9930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2C1F-CD22-1BAE-65C9-A15AEC61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8B46C-1A69-055A-04F4-93CDBC16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• DDoS attacks are serious cyber threats.</a:t>
            </a:r>
          </a:p>
          <a:p>
            <a:r>
              <a:rPr lang="en-US" sz="3600" dirty="0"/>
              <a:t>• Understanding them helps improve security.</a:t>
            </a:r>
          </a:p>
          <a:p>
            <a:r>
              <a:rPr lang="en-US" sz="3600" dirty="0"/>
              <a:t>• Prevention strategies reduce risks.</a:t>
            </a:r>
          </a:p>
          <a:p>
            <a:r>
              <a:rPr lang="en-US" sz="3600" dirty="0"/>
              <a:t>• Awareness is key to protection.</a:t>
            </a:r>
          </a:p>
          <a:p>
            <a:pPr marL="0" indent="0">
              <a:buNone/>
            </a:pP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13296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869E4-ED5B-5F5D-CE17-389A95D16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31521"/>
            <a:ext cx="10018713" cy="50596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060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</TotalTime>
  <Words>267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 Display</vt:lpstr>
      <vt:lpstr>Arial</vt:lpstr>
      <vt:lpstr>Corbel</vt:lpstr>
      <vt:lpstr>Parallax</vt:lpstr>
      <vt:lpstr>DISTRIBUTED DENIAL OF SERVICE (DDOS)ATTACK  </vt:lpstr>
      <vt:lpstr>Introduction</vt:lpstr>
      <vt:lpstr>Problem Statement</vt:lpstr>
      <vt:lpstr>Goal of the Project</vt:lpstr>
      <vt:lpstr>How DDoS Works</vt:lpstr>
      <vt:lpstr>Types of DDoS Attacks</vt:lpstr>
      <vt:lpstr>Impacts of DDoS Attacks</vt:lpstr>
      <vt:lpstr>Prevention &amp; Protection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SRIANJANA YANAMADDI</dc:creator>
  <cp:lastModifiedBy>SRIANJANA YANAMADDI</cp:lastModifiedBy>
  <cp:revision>1</cp:revision>
  <dcterms:created xsi:type="dcterms:W3CDTF">2026-02-17T14:12:59Z</dcterms:created>
  <dcterms:modified xsi:type="dcterms:W3CDTF">2026-02-17T14:24:53Z</dcterms:modified>
</cp:coreProperties>
</file>